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Arogya – Smart Healthcare Appointment &amp; Tracking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1E293B"/>
                </a:solidFill>
              </a:defRPr>
            </a:pPr>
            <a:r>
              <a:t>Project Presentation | Prepared for Faculty Evaluation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Problem Statement &amp; Objectives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System Overview &amp; Architecture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Key Features (User, Doctor, Admin)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Algorithms, Flowcharts &amp; Data Model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Tech Stack, Dependencies, Deployment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Results, Limitations,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Manual appointment booking leads to delays and poor follow‑ups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No unified place for patients to track visits and care plans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Clinics need admin dashboards for doctors, patients, revenue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Patients need reminders and guided symptom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Build a full‑stack web app for patient‑doctor appointments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Provide role‑based portals: User, Doctor, Admin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Enable payments, reminders, and health tracking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Deploy on cloud for real usage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Frontend: Patient web app (React + Vite)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Admin/Doctor portal (React + Vite)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Backend API (Node.js + Express)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Database: MongoDB (Mongoose)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External services: Cloudinary, Razorpay, Twilio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End‑to‑end flow across clients, API, DB, and services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45920"/>
            <a:ext cx="31089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User Web App</a:t>
            </a:r>
          </a:p>
          <a:p>
            <a:r>
              <a:t>(React + Vite)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108960"/>
            <a:ext cx="31089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Admin/Doctor Portal</a:t>
            </a:r>
          </a:p>
          <a:p>
            <a:r>
              <a:t>(React + Vite)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377440"/>
            <a:ext cx="31089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API Server</a:t>
            </a:r>
          </a:p>
          <a:p>
            <a:r>
              <a:t>(Node.js + Express)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2377440"/>
            <a:ext cx="31089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MongoDB</a:t>
            </a:r>
          </a:p>
          <a:p>
            <a:r>
              <a:t>(Mongoose)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023360"/>
            <a:ext cx="310896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External Services</a:t>
            </a:r>
          </a:p>
          <a:p>
            <a:r>
              <a:t>Cloudinary, Razorpay, Twilio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749040" y="2194560.0"/>
            <a:ext cx="731520" cy="731520.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3749040" y="2926080.0"/>
            <a:ext cx="731520" cy="731520.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589520" y="2926080.0"/>
            <a:ext cx="548639" cy="0.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035040.0" y="3474720"/>
            <a:ext cx="0.0" cy="54864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User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Register/Login and profile management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Doctor discovery by specialization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Book, pay, cancel appointments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Health tracker: visits, records, care plans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AI Assistant for symptom‑based suggestion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Doctor Portal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Doctor login and profile update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View appointments and patient details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Complete or cancel appointments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End care plans when treatment is finished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Admin Portal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Admin login and dashboard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Add/manage doctors and availability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View all appointments and patients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Operational visibility for clinic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Key Modules (Backend)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Auth: JWT‑based user/doctor/admin login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Appointments: booking, listing, canceling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Payments: Razorpay integration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Media: profile image upload via Cloudinary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Reminders: scheduled SMS via Twilio + cron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Algorithm: Appointment Booking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Validate user token and doctor availability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Create appointment entry and reserve slot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Initiate payment via Razorpay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On payment verify, confirm appointment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Notify user and update doctor schedule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Flowchart: Appointment Booking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Visual workflow of the booking process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User selects doctor &amp; slot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0.0" y="246888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402336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Server validates availability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.0" y="365760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521208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Create appointment + initiate payment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15000.0" y="484632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640080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Payment verified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0.0" y="603504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758952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Appointment confirmed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5000.0" y="722376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877824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End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15000.0" y="841248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Algorithm: Reminder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Run daily cron at configured hour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Fetch active care plans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Skip if reminder already sent today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Send SMS to patient and doctor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Update lastReminderAt timestamp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Flowchart: Reminder Scheduler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Automated SMS follow‑up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Start (daily cron)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83464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Fetch active care plans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15000.0" y="246888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402336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Check lastReminderAt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715000.0" y="365760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521208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Send SMS (patient + doctor)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15000.0" y="484632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640080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Update lastReminderAt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15000.0" y="603504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14400" y="7589520"/>
            <a:ext cx="9601200" cy="82296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End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5000.0" y="7223760"/>
            <a:ext cx="0.0" cy="36576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Data Model (MongoDB)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Users: profile, contact, health records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Doctors: profile, speciality, availability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Appointments: user, doctor, time, status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Care Plans: ongoing follow‑up tracking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Database Schema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Entities and relationships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292608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Doctor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292608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Appointment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3657600"/>
            <a:ext cx="2926080" cy="109728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CarePlan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57600" y="2194560.0"/>
            <a:ext cx="4389120" cy="0.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315200" y="2194560.0"/>
            <a:ext cx="3657600" cy="0.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2194560.0" y="2743200"/>
            <a:ext cx="1828800.0" cy="9144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5486400" y="2743200"/>
            <a:ext cx="365760.0" cy="914400"/>
          </a:xfrm>
          <a:prstGeom prst="line">
            <a:avLst/>
          </a:prstGeom>
          <a:ln w="2540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Tech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645920"/>
            <a:ext cx="5669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0E7490"/>
                </a:solidFill>
              </a:defRPr>
            </a:pPr>
            <a:r>
              <a:t>Core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Frontend: React, Vite, Tailwind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Admin: React, Vite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Backend: Node.js, Express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DB: MongoDB (Mongoose)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669280" cy="4846320"/>
          </a:xfrm>
          <a:prstGeom prst="round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>
                <a:solidFill>
                  <a:srgbClr val="0E7490"/>
                </a:solidFill>
              </a:defRPr>
            </a:pPr>
            <a:r>
              <a:t>Services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Auth: JWT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Payments: Razorpay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Media: Cloudinary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SMS: Twilio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Cron: node-cron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Dependencies (Frontend)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react, react-dom, react-router-dom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axios, react-toastify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tailwindcss, postcss, autoprefixer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vite (build tool)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Dependencies (Admin &amp; Backend)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Admin: react, react-dom, react-router-dom, axios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Backend: express, mongoose, bcrypt, jwt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multer (uploads), cloudinary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razorpay, twilio, node-cron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Deployment &amp; Hosting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Frontend deployed with Vercel (static build)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Backend deployed with Vercel serverless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Environment variables used for secrets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API routes rewired via Vercel rewrites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Security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JWT auth middleware for protected routes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Password hashing with bcrypt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Input validation and role checks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Secure handling of API keys via env vars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Testing &amp; Demo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Manual functional testing on key flows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Role‑based test cases (User, Doctor, Admin)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Demo: register → book → pay → reminder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Results &amp; Screenshots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Live UI captures from the application</a:t>
            </a:r>
          </a:p>
        </p:txBody>
      </p:sp>
      <p:pic>
        <p:nvPicPr>
          <p:cNvPr id="4" name="Picture 3" descr="fronten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5669280" cy="2743200"/>
          </a:xfrm>
          <a:prstGeom prst="rect">
            <a:avLst/>
          </a:prstGeom>
        </p:spPr>
      </p:pic>
      <p:pic>
        <p:nvPicPr>
          <p:cNvPr id="5" name="Picture 4" descr="frontend_do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920240"/>
            <a:ext cx="5669280" cy="2743200"/>
          </a:xfrm>
          <a:prstGeom prst="rect">
            <a:avLst/>
          </a:prstGeom>
        </p:spPr>
      </p:pic>
      <p:pic>
        <p:nvPicPr>
          <p:cNvPr id="6" name="Picture 5" descr="frontend_docto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846320"/>
            <a:ext cx="5669280" cy="2743200"/>
          </a:xfrm>
          <a:prstGeom prst="rect">
            <a:avLst/>
          </a:prstGeom>
        </p:spPr>
      </p:pic>
      <p:pic>
        <p:nvPicPr>
          <p:cNvPr id="7" name="Picture 6" descr="admin_log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4846320"/>
            <a:ext cx="566928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AI assistant is rule‑based (not ML model)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No native mobile app (web only)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Limited analytics in admin dashboard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AI‑powered triage and chat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Telemedicine video appointments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Advanced analytics and reports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Mobile app (Android/iOS)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Arogya provides end‑to‑end digital healthcare workflow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Improves scheduling, follow‑up, and patient tracking</a:t>
            </a:r>
          </a:p>
          <a:p>
            <a:pPr>
              <a:defRPr sz="2000">
                <a:solidFill>
                  <a:srgbClr val="1E293B"/>
                </a:solidFill>
              </a:defRPr>
            </a:pPr>
            <a:r>
              <a:t>Scalable architecture with cloud deployment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F172A"/>
                </a:solidFill>
              </a:defRPr>
            </a:pPr>
            <a: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1E293B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